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Output - Stage 0e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Generated by LLM</a:t>
            </a:r>
          </a:p>
          <a:p>
            <a:r>
              <a:t>Agent: marketing</a:t>
            </a:r>
          </a:p>
          <a:p>
            <a:r>
              <a:t>Stage: 0e</a:t>
            </a:r>
          </a:p>
          <a:p>
            <a:r>
              <a:t>Timestamp: 2026-09-26T23:49:04.381066</a:t>
            </a:r>
          </a:p>
          <a:p>
            <a:r>
              <a:t>Model: mimo-v2.6-flash</a:t>
            </a:r>
          </a:p>
          <a:p>
            <a:r>
              <a:t>Provider: opencode-go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Input Tokens: 12314</a:t>
            </a:r>
          </a:p>
          <a:p>
            <a:r>
              <a:t>- Output Tokens: 3096</a:t>
            </a:r>
          </a:p>
          <a:p>
            <a:r>
              <a:t>- Cached Tokens: 0</a:t>
            </a:r>
          </a:p>
          <a:p>
            <a:r>
              <a:t>- Reasoning Tokens: 324</a:t>
            </a:r>
          </a:p>
          <a:p>
            <a:r>
              <a:t>- Total Tokens: 15410</a:t>
            </a:r>
          </a:p>
          <a:p>
            <a:r>
              <a:t>- Cost: $0.002591</a:t>
            </a:r>
          </a:p>
          <a:p>
            <a:r>
              <a:t>- Cost per 1K input: $0.00014</a:t>
            </a:r>
          </a:p>
          <a:p>
            <a:r>
              <a:t>- Cost per 1K output: $0.00028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Output — Stage 0e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Task: Execute Go-to-Market &amp; Customer Journey</a:t>
            </a:r>
          </a:p>
          <a:p>
            <a:r>
              <a:t>Agent: marketing</a:t>
            </a:r>
          </a:p>
          <a:p>
            <a:r>
              <a:t>Stage: 0e</a:t>
            </a:r>
          </a:p>
          <a:p>
            <a:r>
              <a:t>Output file: products\smoke-all\artifacts\0e - Go-to-Market &amp; Customer Journey\marketing-output.md</a:t>
            </a:r>
          </a:p>
          <a:p>
            <a:r>
              <a:t>Product: add — Python 3 stdlib-only CLI that prints the sum of two integers (add 2 3 → 5)</a:t>
            </a:r>
          </a:p>
          <a:p>
            <a:r>
              <a:t>Tech stack: Python 3 (product); Markdown artifacts only (this stage — no frameworks, DB, auth, or UI introduced)</a:t>
            </a:r>
          </a:p>
          <a:p>
            <a:r>
              <a:t>Status: needs_research (KB unavailable) + needs_clarification (3 inherited open items from discovery/0b)</a:t>
            </a:r>
          </a:p>
          <a:p/>
          <a:p>
            <a:r>
              <a:t>KB citation status: config/business-models-kb.json is not present in this context (only its section names were listed: revenue_models, unit_economics, pricing_tactics, gtm_playbooks, growth_loops, market_sizing, competition_frameworks). Per the no-invention rule, no entry ids are cited and none are invented; every KB-dependent claim below is flagged needs_research. The KB must be supplied in-context before any model/pricing/GTM/growth/growth-loop/market-sizing/competition grounding can be cited.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KB grounding: gtm_playbooks, pricing_tactics, revenue_models, market_sizing → needs_research (KB absent). Sections are named; entry ids cannot be cited.</a:t>
            </a:r>
          </a:p>
          <a:p/>
          <a:p>
            <a:r>
              <a:t>Honest position: the brief defines no buyer, no price, no distribution channel, and no packaging (packaging/installers explicitly out of scope per 0b). Therefore:</a:t>
            </a:r>
          </a:p>
          <a:p>
            <a:r>
              <a:t>- Pricing strategy: none. No price, no willingness-to-pay signal in the brief. No figure assumed. (pricing_tactics → needs_research; applying one would be invention.)</a:t>
            </a:r>
          </a:p>
          <a:p>
            <a:r>
              <a:t>- Revenue model: none. Free, local, dependency-free utility. (revenue_models → needs_research; no model applies as specified.)</a:t>
            </a:r>
          </a:p>
          <a:p>
            <a:r>
              <a:t>- Market sizing (TAM/SAM/SOM): blocked — needs_research. No market segment, buyer, or distribution is defined in the brief; no TAM/SAM/SOM number will be produced because any figure would be fabricated.</a:t>
            </a:r>
          </a:p>
          <a:p/>
          <a:p>
            <a:r>
              <a:t>Target audience (from prior stages, not invented):</a:t>
            </a:r>
          </a:p>
          <a:p>
            <a:r>
              <a:t>- P1 — shell user wanting a one-shot integer sum in a terminal *(from ideation/discovery)*</a:t>
            </a:r>
          </a:p>
          <a:p>
            <a:r>
              <a:t>- P2 — scripter/test author parsing stdout and branching on exit status *(from ideation/discovery)*</a:t>
            </a:r>
          </a:p>
          <a:p>
            <a:r>
              <a:t>- P3 — maintainer/reviewer of the single module *(internal)*</a:t>
            </a:r>
          </a:p>
          <a:p>
            <a:r>
              <a:t>- Anti-personas: calculator/notebook users (floats, expressions, UI); app devs wanting a math library</a:t>
            </a:r>
          </a:p>
          <a:p/>
          <a:p>
            <a:r>
              <a:t>Positioning (derived strictly from the brief):</a:t>
            </a:r>
          </a:p>
          <a:p>
            <a:r>
              <a:t>- One-line: *"add — prints the sum of two integers. Nothing else."*</a:t>
            </a:r>
          </a:p>
          <a:p>
            <a:r>
              <a:t>- Differentiators as stated by the brief: single command, stdlib-only, zero setup, stdout purity (number + newline only), loud failure (stderr + non-zero exit) instead of a silent wrong answer.</a:t>
            </a:r>
          </a:p>
          <a:p>
            <a:r>
              <a:t>- Non-goals marketed as features of restraint: no UI, no server, no DB, no network, no config, no deps.</a:t>
            </a:r>
          </a:p>
          <a:p>
            <a:r>
              <a:t>- Competitive differentiation vs. alternatives: competition_frameworks → needs_research (KB absent); the brief names no competitors. Generic alternatives exist in the shell (e.g. expr, bc, echo $((..)), a Python REPL) but a competitive analysis exceeding the brief will not be written here.</a:t>
            </a:r>
          </a:p>
          <a:p/>
          <a:p>
            <a:r>
              <a:t>Distribution channels: [ASSUMPTION] none specified; the brief excludes packaging. If any distribution is chosen (e.g. a public source repo, a gist, a company-internal path), it requires product-owner confirmation — flagged as open item #2 (invocation form) upstream.</a:t>
            </a:r>
          </a:p>
          <a:p/>
          <a:p>
            <a:r>
              <a:t>Messaging pillars (one line each):</a:t>
            </a:r>
          </a:p>
          <a:p>
            <a:r>
              <a:t>1. Correct: add 2 3 → 5, exit 0.</a:t>
            </a:r>
          </a:p>
          <a:p>
            <a:r>
              <a:t>2. Safe: invalid input never prints a number — stderr + non-zero exit.</a:t>
            </a:r>
          </a:p>
          <a:p>
            <a:r>
              <a:t>3. Light: stock Python 3, no install step.</a:t>
            </a:r>
          </a:p>
          <a:p/>
          <a:p>
            <a:r>
              <a:t>90-day outline (no numeric targets invented; sequence only): (1) publish README + usage doc with the canonical example; (2) state the stdout/exit-status contract as the headline for scripters; (3) list explicit non-goals to prevent scope creep in issues; (4) no paid/ads/PR spend — no budget, buyer, or channel is in the brief.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KB grounding: gtm_playbooks, growth_loops, unit_economics → needs_research (KB absent). No growth_loops entry id can be cited; no loop is claimed to be grounded.</a:t>
            </a:r>
          </a:p>
          <a:p/>
          <a:p>
            <a:r>
              <a:t>No commercial funnel applies: there is no revenue, so CAC, LTV, and marketing ROI are not applicable — computing them would require fabricated numbers (unit_economics → needs_research). No conversion percentages are stated; any would be estimates and are omitted rather than invented.</a:t>
            </a:r>
          </a:p>
          <a:p/>
          <a:p>
            <a:r>
              <a:t>Product/adoption funnel (behavioral, derived from prior stages — stages and contracts, not fabricated rates):</a:t>
            </a:r>
          </a:p>
          <a:p/>
          <a:p>
            <a:r>
              <a:t>| Stage | Actor | Entry signal | Exit criteria |</a:t>
            </a:r>
          </a:p>
          <a:p>
            <a:r>
              <a:t>|---|---|---|---|</a:t>
            </a:r>
          </a:p>
          <a:p>
            <a:r>
              <a:t>| 1. Discover | P1/P2 | Sees the tool named/described *[ASSUMPTION: channel unspecified]* | Reads the one-line description |</a:t>
            </a:r>
          </a:p>
          <a:p>
            <a:r>
              <a:t>| 2. Try | P1 | Runs add 2 3 (or python3 add.py 2 3) | stdout 5, exit 0 (metric M1 from 0b) |</a:t>
            </a:r>
          </a:p>
          <a:p>
            <a:r>
              <a:t>| 3. Trust | P2 | Runs a failure case (add x 3) | stdout empty, stderr message, non-zero exit (metric M5) |</a:t>
            </a:r>
          </a:p>
          <a:p>
            <a:r>
              <a:t>| 4. Adopt | P2 | Uses it in a script/test | Parses sum=$(add 2 3) reliably (metric M6 output purity) |</a:t>
            </a:r>
          </a:p>
          <a:p>
            <a:r>
              <a:t>| 5. Retain | P1/P2 | Re-invokes on next need | Same behavior every time (M1–M7) |</a:t>
            </a:r>
          </a:p>
          <a:p>
            <a:r>
              <a:t>| 6. Refer | — | Not modeled | No referral mechanism in the brief; growth_loops entry absent → needs_research |</a:t>
            </a:r>
          </a:p>
          <a:p/>
          <a:p>
            <a:r>
              <a:t>Instrumentation constraint: no telemetry/network is in scope (0b: AI and network out; brief: no network). Funnel measurement must be external/observational (repo views, issue counts, downstream script usage) — [ASSUMPTION], and adding analytics code inside add would violate the brief.</a:t>
            </a:r>
          </a:p>
          <a:p/>
          <a:p>
            <a:r>
              <a:t>Leak points to watch (qualitative, no rates invented):</a:t>
            </a:r>
          </a:p>
          <a:p>
            <a:r>
              <a:t>- Stage 1→2: invocation ambiguity (is it add or python3 add.py? — open item #2) — highest-impact leak.</a:t>
            </a:r>
          </a:p>
          <a:p>
            <a:r>
              <a:t>- Stage 2→3: unspecified error text/exit codes (open item #1) may undermine the "loud failure" promise.</a:t>
            </a:r>
          </a:p>
          <a:p>
            <a:r>
              <a:t>- Stage 4: any extra stdout text breaks script adoption (metric M6).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 = first successful run. For a zero-install, zero-account CLI there is no signup, no welcome email, and no activation flow; onboarding is the usage contract itself.</a:t>
            </a:r>
          </a:p>
          <a:p/>
          <a:p>
            <a:r>
              <a:t>First-run sequence (happy path, mirrors discovery §5):</a:t>
            </a:r>
          </a:p>
          <a:p>
            <a:r>
              <a:t>1. Invoke add 2 3 → stdout 5\n, exit 0.</a:t>
            </a:r>
          </a:p>
          <a:p>
            <a:r>
              <a:t>2. Verify mixed sign: add -4 1 → -3.</a:t>
            </a:r>
          </a:p>
          <a:p>
            <a:r>
              <a:t>3. Verify zero: add 0 0 → 0.</a:t>
            </a:r>
          </a:p>
          <a:p>
            <a:r>
              <a:t>4. Verify failure: add 2 (or add x 3) → empty stdout, stderr message, non-zero exit.</a:t>
            </a:r>
          </a:p>
          <a:p/>
          <a:p>
            <a:r>
              <a:t>Onboarding artifact (single README block, [ASSUMPTION] README is out of pipeline scope — marketing provides the text, not the file):</a:t>
            </a:r>
          </a:p>
          <a:p/>
          <a:p>
            <a:r>
              <a:t>add 2 3      -&gt; 5        (exit 0)</a:t>
            </a:r>
          </a:p>
          <a:p>
            <a:r>
              <a:t>add -4 1     -&gt; -3       (exit 0)</a:t>
            </a:r>
          </a:p>
          <a:p>
            <a:r>
              <a:t>add 0 0      -&gt; 0        (exit 0)</a:t>
            </a:r>
          </a:p>
          <a:p>
            <a:r>
              <a:t>add x 3      -&gt; error on stderr, no stdout, exit != 0</a:t>
            </a:r>
          </a:p>
          <a:p/>
          <a:p>
            <a:r>
              <a:t>- Output contract called out explicitly: *stdout is the integer + newline and nothing else; diagnostics go to stderr.*</a:t>
            </a:r>
          </a:p>
          <a:p>
            <a:r>
              <a:t>- Note for P2: sum=$(add 2 3) is the supported capture pattern.</a:t>
            </a:r>
          </a:p>
          <a:p>
            <a:r>
              <a:t>- Non-goals listed to prevent disappointment: no floats, no expressions, no &gt;2 operands, no history, no packaging.</a:t>
            </a:r>
          </a:p>
          <a:p/>
          <a:p>
            <a:r>
              <a:t>Activation metric: first run exits 0 with correct output (= acceptance metric M1). Activation failure = any invalid-input path printing to stdout (M5/M6 violation).</a:t>
            </a:r>
          </a:p>
          <a:p>
            <a:r>
              <a:t>Support surface: --help/usage line is *nice-to-have* F-12 in 0b; if shipped it is the only in-product onboarding help. [ASSUMPTION] until approved.</a:t>
            </a:r>
          </a:p>
          <a:p/>
          <a:p>
            <a:r>
              <a:t>Open items blocking crisp onboarding copy: (1) exact error text/exit codes, (2) invocation form, (3) fixed operand policy — inherited from discovery/0b, non-blocking.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KB grounding: growth_loops, revenue_models → needs_research (KB absent). No lifecycle/monetization entry id is cited; none is invented.</a:t>
            </a:r>
          </a:p>
          <a:p/>
          <a:p>
            <a:r>
              <a:t>Lifecycle states (no account, no subscription — behavioral states only):</a:t>
            </a:r>
          </a:p>
          <a:p/>
          <a:p>
            <a:r>
              <a:t>| State | Definition | Transition trigger | Marketing action |</a:t>
            </a:r>
          </a:p>
          <a:p>
            <a:r>
              <a:t>|---|---|---|---|</a:t>
            </a:r>
          </a:p>
          <a:p>
            <a:r>
              <a:t>| New | First invocation attempted | Run completes (M1 pass) | README contract shown |</a:t>
            </a:r>
          </a:p>
          <a:p>
            <a:r>
              <a:t>| Activated | Correct result consumed interactively (P1) | Uses it in a script/test (P2) | Document stdout/exit contract |</a:t>
            </a:r>
          </a:p>
          <a:p>
            <a:r>
              <a:t>| Engaged | Re-invokes on subsequent needs | Version/behavior change | Changelog noting contract stability |</a:t>
            </a:r>
          </a:p>
          <a:p>
            <a:r>
              <a:t>| Dormant | No re-invocation | — | No re-engagement channel exists (no network, no email, no telemetry) — deliberately none |</a:t>
            </a:r>
          </a:p>
          <a:p>
            <a:r>
              <a:t>| Advocacy | Shares/mentions tool | — | No referral loop in brief → growth_loops → needs_research |</a:t>
            </a:r>
          </a:p>
          <a:p>
            <a:r>
              <a:t>| Churn | Switches to expr/bc/REPL | — | Mitigation = contract fidelity (M1–M7), not messaging |</a:t>
            </a:r>
          </a:p>
          <a:p/>
          <a:p>
            <a:r>
              <a:t>Lifecycle communications:</a:t>
            </a:r>
          </a:p>
          <a:p>
            <a:r>
              <a:t>- Email sequences: none applicable — no email capture, no accounts, no consent surface in the brief. email-sequences output would be invention → omitted, flagged needs_research if a distribution channel with an audience is later defined.</a:t>
            </a:r>
          </a:p>
          <a:p>
            <a:r>
              <a:t>- Retention lever: behavioral consistency (the only one available). Changelog/release note per change, stating explicitly whether the stdout or exit-status contract changed — contract changes are the sole churn risk for P2.</a:t>
            </a:r>
          </a:p>
          <a:p>
            <a:r>
              <a:t>- Expansion/upsell: none — no pricing, no tiers, no roadmap beyond 0b's M0/M1/M2 phasing (F-11/F-12/F-13/F-14 are nice-to-haves requiring approval).</a:t>
            </a:r>
          </a:p>
          <a:p>
            <a:r>
              <a:t>- Win-back: not modeled; no re-contact channel and no telemetry exist by design.</a:t>
            </a:r>
          </a:p>
          <a:p/>
          <a:p>
            <a:r>
              <a:t>Lifecycle metrics (all borrowed from 0b acceptance criteria — no fabricated rates):</a:t>
            </a:r>
          </a:p>
          <a:p>
            <a:r>
              <a:t>- Retained-correctness: M1, M2, M3, M6 remain green after any change.</a:t>
            </a:r>
          </a:p>
          <a:p>
            <a:r>
              <a:t>- Failure safety: M5 (empty stdout on invalid input) never regresses — this is the churn-prevention metric for P2.</a:t>
            </a:r>
          </a:p>
          <a:p>
            <a:r>
              <a:t>- Dependency health: M7 (stock Python 3, no install) — any added dependency is a lifecycle regression.</a:t>
            </a:r>
          </a:p>
          <a:p/>
          <a:p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Gaps &amp; Flags (no invention performed)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needs_research (KB config/business-models-kb.json absent in context): revenue_models, unit_economics, pricing_tactics, gtm_playbooks, growth_loops, market_sizing, competition_frameworks — all seven named, zero entry ids cited, zero invented.</a:t>
            </a:r>
          </a:p>
          <a:p>
            <a:r>
              <a:t>- needs_clarification (inherited, non-blocking): (1) error text and exit codes, (2) invocation form (add on PATH vs. python3 add.py), (3) operand policy (exactly two, floats never?).</a:t>
            </a:r>
          </a:p>
          <a:p>
            <a:r>
              <a:t>- needs_research (would require a new brief): any monetization, paid acquisition, PR/media, partnership, or referral program — the brief defines no buyer, budget, or channel.</a:t>
            </a:r>
          </a:p>
          <a:p>
            <a:r>
              <a:t>- Not produced (would be fabrication): TAM/SAM/SOM figures, CAC/LTV/ROI values, funnel conversion rates, market-share or competitor claims, email sequences, social-media calendars, SEO keyword volumes.</a:t>
            </a:r>
          </a:p>
          <a:p>
            <a:r>
              <a:t>- [ASSUMPTION] items: distribution channel unspecified; README/usage text is marketing-provided copy (file creation out of scope here); funnel measurement external to the tool; activation = first successful run; no telemetry/email/referral surface exists by design.</a:t>
            </a:r>
          </a:p>
          <a:p/>
          <a:p>
            <a:r>
              <a:t>---</a:t>
            </a:r>
          </a:p>
          <a:p>
            <a:r>
              <a:t>*Generated by PipelineExecutor (marketing agent) — stage 0e, Go-to-Market &amp; Customer Journey*</a:t>
            </a:r>
          </a:p>
          <a:p/>
          <a:p>
            <a:r>
              <a:t>---</a:t>
            </a:r>
          </a:p>
          <a:p>
            <a:r>
              <a:t>*Generated by PipelineExecutor via opencode-go API*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