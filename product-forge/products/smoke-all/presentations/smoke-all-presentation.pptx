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smoke-all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>
            <a:r>
              <a:t>Version 0.0.0</a:t>
            </a:r>
          </a:p>
          <a:p/>
          <a:p>
            <a:r>
              <a:t>2026-09-26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overview not available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Documentation: docs/</a:t>
            </a:r>
          </a:p>
          <a:p>
            <a:r>
              <a:t>GitHub: [repo]</a:t>
            </a:r>
          </a:p>
          <a:p>
            <a:r>
              <a:t>Email: support@example.com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Started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 it now: [link]</a:t>
            </a:r>
          </a:p>
          <a:p>
            <a:r>
              <a:t>Schedule demo: [link]</a:t>
            </a:r>
          </a:p>
          <a:p>
            <a:r>
              <a:t>Contact sales: [link]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